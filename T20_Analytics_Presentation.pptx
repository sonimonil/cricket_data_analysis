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1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03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216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175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107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654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639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006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244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032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869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181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🏏 T20 Analytics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Data-Driven Insights on T20 World Cup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player and team performance in T20 World Cup.</a:t>
            </a:r>
          </a:p>
          <a:p>
            <a:r>
              <a:t>Build an interactive Power BI dashboard using structured cricket data.</a:t>
            </a:r>
          </a:p>
          <a:p>
            <a:r>
              <a:t>Deliver actionable insights from batting and bowling stats.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📂 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sz="2800" dirty="0"/>
              <a:t>• dim_match_summary.csv - Match results and metadata</a:t>
            </a:r>
          </a:p>
          <a:p>
            <a:r>
              <a:rPr sz="2800" dirty="0"/>
              <a:t>• dim_players.csv - Player info and roles</a:t>
            </a:r>
          </a:p>
          <a:p>
            <a:r>
              <a:rPr sz="2800" dirty="0"/>
              <a:t>• fact_bating_summary.csv - Batting performance</a:t>
            </a:r>
          </a:p>
          <a:p>
            <a:r>
              <a:rPr sz="2800" dirty="0"/>
              <a:t>• fact_bowling_summary.csv - Bowling performance</a:t>
            </a:r>
          </a:p>
          <a:p>
            <a:r>
              <a:rPr sz="2800" dirty="0"/>
              <a:t>• t20_data_preprocessing.ipynb - Python preprocessing notebook</a:t>
            </a:r>
          </a:p>
          <a:p>
            <a:r>
              <a:rPr sz="2800" dirty="0"/>
              <a:t>• DAX Excel - Custom calculated metrics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⚙️ Data Preprocessing (Python)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Cleaned nulls, formatted match dates</a:t>
            </a:r>
          </a:p>
          <a:p>
            <a:r>
              <a:t>• Merged player and performance data</a:t>
            </a:r>
          </a:p>
          <a:p>
            <a:r>
              <a:t>• Used Pandas for transformation</a:t>
            </a:r>
          </a:p>
          <a:p>
            <a:r>
              <a:t>• Output ready for Power BI ingestion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Power BI Dashboard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Top Batsmen &amp; Bowlers Leaderboards</a:t>
            </a:r>
          </a:p>
          <a:p>
            <a:r>
              <a:t>• Team-wise batting &amp; bowling performance</a:t>
            </a:r>
          </a:p>
          <a:p>
            <a:r>
              <a:t>• Match-wise win/loss margins</a:t>
            </a:r>
          </a:p>
          <a:p>
            <a:r>
              <a:t>• Visual insights with slicers by player, team, match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📐 DAX Measures &amp;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Runs = SUM(fact_bating_summary[runs])</a:t>
            </a:r>
          </a:p>
          <a:p>
            <a:r>
              <a:t>• Strike Rate = [Total Runs]/[Balls]*100</a:t>
            </a:r>
          </a:p>
          <a:p>
            <a:r>
              <a:t>• Wickets Taken = SUM(fact_bowling_summary[wickets])</a:t>
            </a:r>
          </a:p>
          <a:p>
            <a:r>
              <a:t>• Economy = [Runs]/[Overs]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🔍 Insights &amp;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Top performer: Player X with 350+ runs</a:t>
            </a:r>
          </a:p>
          <a:p>
            <a:r>
              <a:t>• Team Y had best bowling economy</a:t>
            </a:r>
          </a:p>
          <a:p>
            <a:r>
              <a:t>• Close wins with margins &lt; 10 runs in 30% matches</a:t>
            </a:r>
          </a:p>
          <a:p>
            <a:r>
              <a:t>• Balanced teams perform better across both innings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Predictive modeling using historical data</a:t>
            </a:r>
          </a:p>
          <a:p>
            <a:r>
              <a:t>• Add dynamic web-based dashboard with Streamlit</a:t>
            </a:r>
          </a:p>
          <a:p>
            <a:r>
              <a:t>• Include player form analysis over multiple seasons</a:t>
            </a:r>
          </a:p>
          <a:p>
            <a:r>
              <a:t>• Integrate live data from cricket APIs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🙏 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Presentation by: </a:t>
            </a:r>
            <a:r>
              <a:rPr lang="en-IN" dirty="0"/>
              <a:t>Monil Soni</a:t>
            </a:r>
            <a:endParaRPr dirty="0"/>
          </a:p>
          <a:p>
            <a:r>
              <a:rPr dirty="0"/>
              <a:t>Feel free to connect for queries or feedback.</a:t>
            </a:r>
          </a:p>
          <a:p>
            <a:r>
              <a:rPr dirty="0"/>
              <a:t>📧 </a:t>
            </a:r>
            <a:r>
              <a:rPr lang="en-IN" dirty="0"/>
              <a:t>sonimonil605@gmail.com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8</TotalTime>
  <Words>324</Words>
  <Application>Microsoft Office PowerPoint</Application>
  <PresentationFormat>On-screen Show (4:3)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 Light</vt:lpstr>
      <vt:lpstr>Rockwell</vt:lpstr>
      <vt:lpstr>Wingdings</vt:lpstr>
      <vt:lpstr>Atlas</vt:lpstr>
      <vt:lpstr>🏏 T20 Analytics Dashboard</vt:lpstr>
      <vt:lpstr>🎯 Project Objective</vt:lpstr>
      <vt:lpstr>📂 Dataset Overview</vt:lpstr>
      <vt:lpstr>⚙️ Data Preprocessing (Python)</vt:lpstr>
      <vt:lpstr>📊 Power BI Dashboard Highlights</vt:lpstr>
      <vt:lpstr>📐 DAX Measures &amp; KPIs</vt:lpstr>
      <vt:lpstr>🔍 Insights &amp; Observations</vt:lpstr>
      <vt:lpstr>🚀 Future Enhancements</vt:lpstr>
      <vt:lpstr>🙏 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krunal soni</cp:lastModifiedBy>
  <cp:revision>2</cp:revision>
  <dcterms:created xsi:type="dcterms:W3CDTF">2013-01-27T09:14:16Z</dcterms:created>
  <dcterms:modified xsi:type="dcterms:W3CDTF">2025-04-14T05:42:50Z</dcterms:modified>
  <cp:category/>
</cp:coreProperties>
</file>